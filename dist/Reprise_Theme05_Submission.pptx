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ade6ed6b444fb4" /><Relationship Type="http://schemas.openxmlformats.org/officeDocument/2006/relationships/extended-properties" Target="/docProps/app.xml" Id="R69ef60fa199445c0" /><Relationship Type="http://schemas.openxmlformats.org/officeDocument/2006/relationships/officeDocument" Target="/ppt/presentation.xml" Id="R6fffb2e4b40f48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4c0969e5f448ce"/>
  </p:sldMasterIdLst>
  <p:notesMasterIdLst>
    <p:notesMasterId xmlns:r="http://schemas.openxmlformats.org/officeDocument/2006/relationships" r:id="R2a2502b5152f4865"/>
  </p:notesMasterIdLst>
  <p:sldIdLst>
    <p:sldId xmlns:r="http://schemas.openxmlformats.org/officeDocument/2006/relationships" id="256" r:id="R0a692e9282de4d9d"/>
    <p:sldId xmlns:r="http://schemas.openxmlformats.org/officeDocument/2006/relationships" id="257" r:id="R8e8e7418dcf941cc"/>
    <p:sldId xmlns:r="http://schemas.openxmlformats.org/officeDocument/2006/relationships" id="258" r:id="Ra91e56315ec240f7"/>
    <p:sldId xmlns:r="http://schemas.openxmlformats.org/officeDocument/2006/relationships" id="259" r:id="R2595f532df804acd"/>
    <p:sldId xmlns:r="http://schemas.openxmlformats.org/officeDocument/2006/relationships" id="260" r:id="Rc9eef4d1fee8406c"/>
    <p:sldId xmlns:r="http://schemas.openxmlformats.org/officeDocument/2006/relationships" id="261" r:id="R7c0a8593e6e64eb9"/>
    <p:sldId xmlns:r="http://schemas.openxmlformats.org/officeDocument/2006/relationships" id="262" r:id="R57332147b4f64c12"/>
    <p:sldId xmlns:r="http://schemas.openxmlformats.org/officeDocument/2006/relationships" id="263" r:id="Rf6150e7f41f649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184648d39c454a" /><Relationship Type="http://schemas.openxmlformats.org/officeDocument/2006/relationships/slideMaster" Target="/ppt/slideMasters/slideMaster1.xml" Id="Rb34c0969e5f448ce" /><Relationship Type="http://schemas.openxmlformats.org/officeDocument/2006/relationships/notesMaster" Target="/ppt/notesMasters/notesMaster1.xml" Id="R2a2502b5152f4865" /><Relationship Type="http://schemas.openxmlformats.org/officeDocument/2006/relationships/presProps" Target="/ppt/presProps.xml" Id="Ra6e2f2746dbc4644" /><Relationship Type="http://schemas.openxmlformats.org/officeDocument/2006/relationships/tableStyles" Target="/ppt/tableStyles.xml" Id="R62b8805a357b42f4" /><Relationship Type="http://schemas.openxmlformats.org/officeDocument/2006/relationships/slide" Target="/ppt/slides/slide1.xml" Id="R0a692e9282de4d9d" /><Relationship Type="http://schemas.openxmlformats.org/officeDocument/2006/relationships/slide" Target="/ppt/slides/slide2.xml" Id="R8e8e7418dcf941cc" /><Relationship Type="http://schemas.openxmlformats.org/officeDocument/2006/relationships/slide" Target="/ppt/slides/slide3.xml" Id="Ra91e56315ec240f7" /><Relationship Type="http://schemas.openxmlformats.org/officeDocument/2006/relationships/slide" Target="/ppt/slides/slide4.xml" Id="R2595f532df804acd" /><Relationship Type="http://schemas.openxmlformats.org/officeDocument/2006/relationships/slide" Target="/ppt/slides/slide5.xml" Id="Rc9eef4d1fee8406c" /><Relationship Type="http://schemas.openxmlformats.org/officeDocument/2006/relationships/slide" Target="/ppt/slides/slide6.xml" Id="R7c0a8593e6e64eb9" /><Relationship Type="http://schemas.openxmlformats.org/officeDocument/2006/relationships/slide" Target="/ppt/slides/slide7.xml" Id="R57332147b4f64c12" /><Relationship Type="http://schemas.openxmlformats.org/officeDocument/2006/relationships/slide" Target="/ppt/slides/slide8.xml" Id="Rf6150e7f41f649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14ed5e47e04b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795169b99f45b4" /><Relationship Type="http://schemas.openxmlformats.org/officeDocument/2006/relationships/notesMaster" Target="/ppt/notesMasters/notesMaster1.xml" Id="R5744481e1c3f44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7f0f9d04094cd8" /><Relationship Type="http://schemas.openxmlformats.org/officeDocument/2006/relationships/notesMaster" Target="/ppt/notesMasters/notesMaster1.xml" Id="Re851e19daf124a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a032b9c8f74b79" /><Relationship Type="http://schemas.openxmlformats.org/officeDocument/2006/relationships/notesMaster" Target="/ppt/notesMasters/notesMaster1.xml" Id="R3efd5b38e1db41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44103ee3a34d49" /><Relationship Type="http://schemas.openxmlformats.org/officeDocument/2006/relationships/notesMaster" Target="/ppt/notesMasters/notesMaster1.xml" Id="Ra91318a2f77c41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af5c89f0d94cb3" /><Relationship Type="http://schemas.openxmlformats.org/officeDocument/2006/relationships/notesMaster" Target="/ppt/notesMasters/notesMaster1.xml" Id="R8d881781b3be4a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703c6780e14a22" /><Relationship Type="http://schemas.openxmlformats.org/officeDocument/2006/relationships/notesMaster" Target="/ppt/notesMasters/notesMaster1.xml" Id="R12b0f39bd3bb4b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a0df146a9b4215" /><Relationship Type="http://schemas.openxmlformats.org/officeDocument/2006/relationships/notesMaster" Target="/ppt/notesMasters/notesMaster1.xml" Id="R0bc96eaa840b46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aec107db984835" /><Relationship Type="http://schemas.openxmlformats.org/officeDocument/2006/relationships/notesMaster" Target="/ppt/notesMasters/notesMaster1.xml" Id="Rcaa0062016a845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Participant prototype. The user requested gemini-3.8-live as the base model. This deck describes measured development evidence and a working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 definition: Theme05_Participant_Guide_UPDATED_FBD.docx and https://github.com/DanielLin94144/Full-Duplex-Bench/blob/main/v3/README.md . The older PDF describes a different evaluation; organizer clarification is still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Research: https://arxiv.org/html/2605.13360v2 and https://arxiv.org/html/2609.20995v1 . The slide summarizes the failure modes addressed by Reprise.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src/reprise/coordinator.py. The controller keeps room-local revisions, validates JSON schemas, verifies dependent identifiers from tool results, and records all dispatched calls. Research rationale in docs/RESEARCH.md.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runs/released-v8/manifest.json and report.json; tests via uv run pytest. This is a provisional exact-match tool score, not the organizer score. The original semantic judge needs separate credentials; response quality, ASR and organizer normalization are not included. Incomplete sample must be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Working test: runs/reprise-demo-5844034f7bab4f/events.jsonl and runs/extension-response.wav. Source: https://www.samsung.com/uk/support/home-appliances/what-do-the-codes-on-my-washing-machine-mean/ . The displayed example was tested with synthetic spoken input; do not describe it as a human live take.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See README.md and src/reprise/evaluation.py. Public benchmark commit: 3e799c45a045256f47d5f1c9cda90157e2d2ec9e. Local exact-match screening uses the original streaming client and scorer, but does not replace the organizer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official normalized score has been claimed. The participant should confirm the authoritative guide because the PDF and updated Word guide differ.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ea9b16e35645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fbc774853d4244" /><Relationship Type="http://schemas.openxmlformats.org/officeDocument/2006/relationships/slideLayout" Target="/ppt/slideLayouts/slideLayout1.xml" Id="R186d219249fb4c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6d219249fb4c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c94d1418d47af" /><Relationship Type="http://schemas.openxmlformats.org/officeDocument/2006/relationships/notesSlide" Target="/ppt/notesSlides/notesSlide1.xml" Id="Rf5e55732488346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40cc7a412493b" /><Relationship Type="http://schemas.openxmlformats.org/officeDocument/2006/relationships/notesSlide" Target="/ppt/notesSlides/notesSlide2.xml" Id="R78fac22dacb04d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44bb6675f4716" /><Relationship Type="http://schemas.openxmlformats.org/officeDocument/2006/relationships/notesSlide" Target="/ppt/notesSlides/notesSlide3.xml" Id="R5b1842897fa04d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1bfe97a0d409a" /><Relationship Type="http://schemas.openxmlformats.org/officeDocument/2006/relationships/notesSlide" Target="/ppt/notesSlides/notesSlide4.xml" Id="Re1720ae30e3044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5a30ad75c4278" /><Relationship Type="http://schemas.openxmlformats.org/officeDocument/2006/relationships/notesSlide" Target="/ppt/notesSlides/notesSlide5.xml" Id="R68a8319c406440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cdf4a509b4664" /><Relationship Type="http://schemas.openxmlformats.org/officeDocument/2006/relationships/notesSlide" Target="/ppt/notesSlides/notesSlide6.xml" Id="R94d1fb13a78142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da13df14745b9" /><Relationship Type="http://schemas.openxmlformats.org/officeDocument/2006/relationships/notesSlide" Target="/ppt/notesSlides/notesSlide7.xml" Id="R8280e511461241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1cab40ac1477e" /><Relationship Type="http://schemas.openxmlformats.org/officeDocument/2006/relationships/notesSlide" Target="/ppt/notesSlides/notesSlide8.xml" Id="R77109c0e75d540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F45CC-5253-4FB0-B53F-6582BDC4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REPRISE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D4E51-0995-4719-BE4C-74A2B29A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0668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Voice assistance that</a:t>
            </a:r>
          </a:p>
          <a:p xmlns:a="http://schemas.openxmlformats.org/drawingml/2006/main">
            <a:pPr>
              <a:defRPr sz="4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stays with the conversation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AC715-C2D7-4B51-8CF6-BF3BFC70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938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9D6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C9D6DB"/>
                </a:solidFill>
                <a:latin typeface="Helvetica Neue"/>
                <a:ea typeface="Helvetica Neue"/>
                <a:cs typeface="Helvetica Neue"/>
              </a:rPr>
              <a:t>A revision-aware LiveKit agent powered by Gemini 3.8 Live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7D007-7BBE-42A8-B9C6-94EF5E2F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00750"/>
            <a:ext cx="619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3AF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3AFBC"/>
                </a:solidFill>
                <a:latin typeface="Helvetica Neue"/>
                <a:ea typeface="Helvetica Neue"/>
                <a:cs typeface="Helvetica Neue"/>
              </a:rPr>
              <a:t>Samsung Theme 05  •  27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994175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09B986-6E18-4D17-803B-A088B022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REPRISE  /  SAMSUNG THEME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B02E7-E2C6-40DA-AE4D-98DC30B9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23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02  /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81D6C-F7B9-4327-A92E-E6A9769C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The benchmark rewards finished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27262-FCFB-4B9E-A417-55B0EC47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Full-Duplex-Bench v3 evaluates real speech, corrections and tool use.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25CA9-43C8-41BB-9422-F6145E89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717B9-2364-4EFE-AAB6-59A21310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recorded conversations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E7C1C-5841-4DC5-9A45-A971CC18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79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EAB39-9F72-4088-B5C7-2CF5BE4E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43375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unique requests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0C8CB-15FB-4BDE-B99F-F97876E1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9562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A0854-E3B0-470D-B44A-018D026B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43375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speakers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39E60-53AC-4E2F-B099-CA543C77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9562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548AD-A9E8-48A1-84F3-497D5FA2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43375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mock tools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A3E804-706A-4817-892E-24D5C77E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Strict pass: every required tool call and its arguments must be right, with no extra calls.</a:t>
            </a:r>
          </a:p>
        </p:txBody>
      </p:sp>
    </p:spTree>
    <p:extLst>
      <p:ext uri="{BB962C8B-B14F-4D97-AF65-F5344CB8AC3E}">
        <p14:creationId xmlns:p14="http://schemas.microsoft.com/office/powerpoint/2010/main" val="5602898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112EA-7A55-4983-8D28-9404F01E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REPRISE  /  SAMSUNG THEME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E1672-8261-4A8F-B434-ED8C65FF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23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03  /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F23AB-6055-4420-9ACB-CB78A9A8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A correction can arrive at any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29EED-397D-4200-A834-7CDAD841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The difficult cases span listening, tool latency and spoken response.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03676-5D2F-4402-8AEA-C8F601F6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65AA8-9459-4330-8953-1C5E69A6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146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Listen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1EB0B-4FED-4640-9977-9062E1BE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14650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“Search for shoes… actually, hiking boots.”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AC000-BA89-4F7D-94FD-FE8D5900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61167-CFE8-4A0F-BA83-3CF604BB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814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62667-9119-4D0E-B55A-29F55E26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81450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A slow lookup or cart change is already pending.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4D341-91B8-45E3-8BBE-9616DA84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BCB4F9-F8FE-4DE4-9D74-14885B9E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482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Recover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7702C-1F6A-44E8-9CB2-01243F6C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048250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The answer must use the corrected request and report real actions.</a:t>
            </a:r>
          </a:p>
        </p:txBody>
      </p:sp>
    </p:spTree>
    <p:extLst>
      <p:ext uri="{BB962C8B-B14F-4D97-AF65-F5344CB8AC3E}">
        <p14:creationId xmlns:p14="http://schemas.microsoft.com/office/powerpoint/2010/main" val="17076190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11278-1CCB-41A1-816D-4144A950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REPRISE  /  SAMSUNG THEME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E76B8-3E55-49AC-BA71-36386792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23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04  /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4495F-5475-481B-90AD-64406D23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A revision and commit controller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352CC-9810-430F-BDD3-7ADDF465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The model proposes actions; the controller decides what can execute.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E4E2F-1CF3-413B-AF89-07568C12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AUDIO  →  GEMINI LIVE  →  TOOL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05D45-8EC5-41F5-A265-2E1731AE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7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1DE4B-612C-48E2-8547-ABF43EED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VALIDATE  →  WAIT FOR SETTLED INPUT  →  EXECUTE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CD580-3CFA-4349-A9A5-900FBB02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Read calls can be cancelled. Dispatched writes stay in the ledger. Duplicate calls share one result.</a:t>
            </a:r>
          </a:p>
        </p:txBody>
      </p:sp>
    </p:spTree>
    <p:extLst>
      <p:ext uri="{BB962C8B-B14F-4D97-AF65-F5344CB8AC3E}">
        <p14:creationId xmlns:p14="http://schemas.microsoft.com/office/powerpoint/2010/main" val="16065446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3D77A-1C58-438F-BDD4-7BD779AB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REPRISE  /  SAMSUNG THEME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22317-560D-422B-8CA2-CAFB8924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23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05  /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70B03-D1E3-419E-9A29-CFA1BAD2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Measured development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FC416-C679-46D2-B056-41319BD7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All 100 released benchmark recordings.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0D72C-036C-4E6D-959C-6F5F474C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66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625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625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74 / 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3B3E8-26C5-4CA1-88E7-A5A06D7F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38600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strict exact-match passes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1C3C8-3FA2-467C-A475-2E193FDD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051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625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625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37C5E-0F4E-48EC-B4C3-4DF63020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38600"/>
            <a:ext cx="4429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local behavior and integration tests 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06B52-0AA9-4DBC-9F1F-3AF8FAA8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Released recordings: 100 of 100 completed. Official organizer score: pending.</a:t>
            </a:r>
          </a:p>
        </p:txBody>
      </p:sp>
    </p:spTree>
    <p:extLst>
      <p:ext uri="{BB962C8B-B14F-4D97-AF65-F5344CB8AC3E}">
        <p14:creationId xmlns:p14="http://schemas.microsoft.com/office/powerpoint/2010/main" val="17292576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C80AC-D9A0-40F3-BACB-27E3F88F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REPRISE  /  SAMSUNG THEME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64D91-CC6C-4DB1-8BE7-43D1E228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23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06  /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3A05B-B597-4096-985F-1A1D58C4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Extension: help with washer error codes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1B084-42DC-4C96-A11F-AA6A0A1D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Voice can identify an error code, including a correction.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9778A-EC1F-4A1C-B427-81819E9E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“It says 4C… wait, it says 5C.”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3A755-25CD-49ED-89FE-10A61B8B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5C  →  water drainage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892AC-51DC-497A-B220-2454EB7A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First step: check the drain hose and waste connection for kinks or blockages.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EB160-A0C3-4D66-88FA-22FFBB3B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91225"/>
            <a:ext cx="1052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Recorded test with synthetic speech  •  General Samsung UK guidance, not a model diagnosis</a:t>
            </a:r>
          </a:p>
        </p:txBody>
      </p:sp>
    </p:spTree>
    <p:extLst>
      <p:ext uri="{BB962C8B-B14F-4D97-AF65-F5344CB8AC3E}">
        <p14:creationId xmlns:p14="http://schemas.microsoft.com/office/powerpoint/2010/main" val="2497918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CDC04-B4C3-46C6-BF67-4E75B8A1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REPRISE  /  SAMSUNG THEME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73457-7209-424C-A828-3FBD9968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23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07  /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228C3-0D88-492D-A37F-BA2AEC8E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A rerun can audit every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E3B99-8842-4B01-A726-9FD040F0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Pinned upstream commit, locked dependencies, preserved traces.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2AF2F-F8C5-4053-BEDA-332C53E6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71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35048-7358-4E61-B590-3C7B9B82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57500"/>
            <a:ext cx="966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./reproduce.sh all --concurrency 2 --name review-rerun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40945-6D56-41E2-B030-E18B740B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71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D5980-B94A-4724-8E24-F832066C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43300"/>
            <a:ext cx="966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Review runs/review-rerun/report.json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4BBC9-9A1D-4B94-8116-FC348EAC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71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F9603-A0AE-4C05-9AAA-DBA5563E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29100"/>
            <a:ext cx="966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Inspect per-room events and actual tool calls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999D8-DE10-4001-A57A-753AA9E8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71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EAD2F-D4D3-4F49-918F-31D4237A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14900"/>
            <a:ext cx="966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Review saved evidence from released-v8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CFCAC-067E-4963-A3B4-F24878D0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Each run records its selected inputs, source digest, per-room events, calls and failures.</a:t>
            </a:r>
          </a:p>
        </p:txBody>
      </p:sp>
    </p:spTree>
    <p:extLst>
      <p:ext uri="{BB962C8B-B14F-4D97-AF65-F5344CB8AC3E}">
        <p14:creationId xmlns:p14="http://schemas.microsoft.com/office/powerpoint/2010/main" val="18961684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43F5A-D012-4BA0-A28C-3AD07907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REPRISE  /  SAMSUNG THEME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BA350-7F1C-4F23-B588-2A45B112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23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08  /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243E6-29FF-4940-8882-115EBCDC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What is ready for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6998C-284C-44FF-99EF-320C4AAF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Agent, recorded evaluation, extension and source-backed documentation.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55C8A-7CCC-43B8-94F8-6922A5D3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92D4E-456B-4691-8B9D-DFC80BC3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7655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Native voice and twelve public benchmark 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9232F-49CA-4676-B5FC-E2E5254D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81400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65964-1802-4EC7-9F45-D50DDE59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814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Revision ledger with interruption and duplicate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29F86-8755-471F-ADE9-2849B645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02F0E-6B42-4B6A-9871-8DFFBB93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Reproducible evaluation with full call traces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07576-3606-4902-A07E-793D6444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159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3159D9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205FE-A622-4312-BCE5-F733F3D9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911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32B36"/>
                </a:solidFill>
                <a:latin typeface="Helvetica Neue"/>
                <a:ea typeface="Helvetica Neue"/>
                <a:cs typeface="Helvetica Neue"/>
              </a:rPr>
              <a:t>Local washer-help demo grounded in Samsung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E69AA-3B9F-4DEF-B1E5-118942EA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40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The organizer’s pinned judge and hidden rerun determine the final ranking.</a:t>
            </a:r>
          </a:p>
        </p:txBody>
      </p:sp>
    </p:spTree>
    <p:extLst>
      <p:ext uri="{BB962C8B-B14F-4D97-AF65-F5344CB8AC3E}">
        <p14:creationId xmlns:p14="http://schemas.microsoft.com/office/powerpoint/2010/main" val="19287951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2026-09-28T07:50:48.6610000Z</dcterms:created>
  <dcterms:modified xsi:type="dcterms:W3CDTF">2026-09-28T07:50:48.6610000Z</dcterms:modified>
</coreProperties>
</file>